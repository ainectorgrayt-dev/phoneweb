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 altLang="en-GB" b="1"/>
              <a:t>TRANSMISSION CONTROL PROTOCOL/INTERNET PROTOCOL</a:t>
            </a:r>
            <a:endParaRPr lang="en-US" altLang="en-GB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GB" sz="7200" b="1"/>
              <a:t>TCP/IP</a:t>
            </a:r>
            <a:endParaRPr lang="en-US" altLang="en-GB" sz="7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sz="4800" b="1"/>
              <a:t>TCP/IP</a:t>
            </a:r>
            <a:endParaRPr lang="en-US" altLang="en-GB" sz="4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Consists  of  4 major  layers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Network layer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Internent layer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Transport layer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Application layer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NETWORK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/>
              <a:t>Responsible</a:t>
            </a:r>
            <a:r>
              <a:rPr lang="en-US" altLang="en-GB"/>
              <a:t> for transmiting data over the physical network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Hardles hardware addressing and error detection.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Combines the functions of the phyiscal and data link layer of the OSI model.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PROTOCOLS;</a:t>
            </a:r>
            <a:r>
              <a:rPr lang="en-US" altLang="en-GB" b="1"/>
              <a:t>Ethernet:</a:t>
            </a:r>
            <a:r>
              <a:rPr lang="en-US" altLang="en-GB"/>
              <a:t> connects devices via physical media.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/>
              <a:t>                      </a:t>
            </a:r>
            <a:r>
              <a:rPr lang="en-US" altLang="en-GB" b="1"/>
              <a:t>WiFi: </a:t>
            </a:r>
            <a:r>
              <a:rPr lang="en-US" altLang="en-GB">
                <a:sym typeface="+mn-ea"/>
              </a:rPr>
              <a:t>connects devices via wireless media.</a:t>
            </a:r>
            <a:endParaRPr lang="en-US" altLang="en-GB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INTERNET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b="1"/>
              <a:t>Responsible</a:t>
            </a:r>
            <a:r>
              <a:rPr lang="en-US" altLang="en-GB"/>
              <a:t> for logical adressing and routing of pockets between networks.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Determines the best path for data transmission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 b="1"/>
              <a:t>Protocals</a:t>
            </a:r>
            <a:r>
              <a:rPr lang="en-US" altLang="en-GB"/>
              <a:t>:IP(IPV4/IPV6) Aids in locating the devices via internet. 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TRANSPORT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Provides end to end communications  between devices.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Ensures reliable and fast data delivery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Performs segmentation flow controls and error recovery </a:t>
            </a:r>
            <a:endParaRPr lang="en-US" altLang="en-GB"/>
          </a:p>
          <a:p>
            <a:pPr marL="0" indent="0">
              <a:buNone/>
            </a:pPr>
            <a:r>
              <a:rPr lang="en-US" altLang="en-GB" b="1"/>
              <a:t>Protocols; TCP </a:t>
            </a:r>
            <a:r>
              <a:rPr lang="en-US" altLang="en-GB"/>
              <a:t>ensures reliable conection oriented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         </a:t>
            </a:r>
            <a:r>
              <a:rPr lang="en-US" altLang="en-GB" b="1"/>
              <a:t> UDP </a:t>
            </a:r>
            <a:r>
              <a:rPr lang="en-US" altLang="en-GB"/>
              <a:t>ensures faster connections.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APPLICATION LAYER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/>
              <a:t>Provides network services directely to user applications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Allows users to access network resources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Protocols :HTTP, HTTPs DNS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SIMILARITIES 0SI AND TCP/IP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Both use layers to organise network communication</a:t>
            </a:r>
            <a:endParaRPr lang="en-US" altLang="en-GB"/>
          </a:p>
          <a:p>
            <a:r>
              <a:rPr lang="en-US" altLang="en-GB"/>
              <a:t>Both have Application, Transport and Network communication</a:t>
            </a:r>
            <a:endParaRPr lang="en-US" altLang="en-GB"/>
          </a:p>
          <a:p>
            <a:r>
              <a:rPr lang="en-US" altLang="en-GB"/>
              <a:t>Both describe how data move from one.</a:t>
            </a:r>
            <a:endParaRPr lang="en-US" altLang="en-GB"/>
          </a:p>
          <a:p>
            <a:r>
              <a:rPr lang="en-US" altLang="en-GB"/>
              <a:t>Both help with network design , trouble shooting and understand protocols.</a:t>
            </a:r>
            <a:endParaRPr lang="en-US" altLang="en-GB"/>
          </a:p>
          <a:p>
            <a:r>
              <a:rPr lang="en-US" altLang="en-GB"/>
              <a:t>The transport layer in both models provides end to end communication.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DIFFERENCES BETWEEN OSI AND TCP/IP</a:t>
            </a:r>
            <a:endParaRPr lang="en-US" altLang="en-GB" b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344930" y="1824990"/>
          <a:ext cx="9815830" cy="384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7915"/>
                <a:gridCol w="4907915"/>
              </a:tblGrid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OSI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TCP/IP</a:t>
                      </a:r>
                      <a:endParaRPr lang="en-US" altLang="en-GB"/>
                    </a:p>
                  </a:txBody>
                  <a:tcPr/>
                </a:tc>
              </a:tr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Has 7 layers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Has 4 layers</a:t>
                      </a:r>
                      <a:endParaRPr lang="en-US" altLang="en-GB"/>
                    </a:p>
                  </a:txBody>
                  <a:tcPr/>
                </a:tc>
              </a:tr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Separates application pressentation annd session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Combines them into the application layer.</a:t>
                      </a:r>
                      <a:endParaRPr lang="en-US" altLang="en-GB"/>
                    </a:p>
                  </a:txBody>
                  <a:tcPr/>
                </a:tc>
              </a:tr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Separates physical and data link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Combines them into Network.</a:t>
                      </a:r>
                      <a:endParaRPr lang="en-US" altLang="en-GB"/>
                    </a:p>
                  </a:txBody>
                  <a:tcPr/>
                </a:tc>
              </a:tr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Primarily a conceptual model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Protocol architecture used by the internet</a:t>
                      </a:r>
                      <a:endParaRPr lang="en-US" altLang="en-GB"/>
                    </a:p>
                  </a:txBody>
                  <a:tcPr/>
                </a:tc>
              </a:tr>
              <a:tr h="641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Designed as a general network refference frame work.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envolved from the protocols used to build interconnected networks.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72*303"/>
  <p:tag name="TABLE_ENDDRAG_RECT" val="105*143*772*303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1783</Words>
  <Application>WPS Presentation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Wingdings</vt:lpstr>
      <vt:lpstr>Calibri Light</vt:lpstr>
      <vt:lpstr>Calibri</vt:lpstr>
      <vt:lpstr>Microsoft YaHei</vt:lpstr>
      <vt:lpstr>Arial Unicode MS</vt:lpstr>
      <vt:lpstr>Gear Drives</vt:lpstr>
      <vt:lpstr>TRANSMISSION CONTROL PROTOCOL/INTERNET PROTOCOL</vt:lpstr>
      <vt:lpstr>TCP/IP</vt:lpstr>
      <vt:lpstr>NETWORK LAYER</vt:lpstr>
      <vt:lpstr>INTERNET LAYER</vt:lpstr>
      <vt:lpstr>TRANSPORT LAYER</vt:lpstr>
      <vt:lpstr>APPLICATION LAYER</vt:lpstr>
      <vt:lpstr>SIMILARITIES 0SI AND TCP/IP</vt:lpstr>
      <vt:lpstr>DIFFERENCES BETWEEN OSI AND TCP/IP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THINKPAD</dc:creator>
  <cp:lastModifiedBy>Ainector grayt</cp:lastModifiedBy>
  <cp:revision>5</cp:revision>
  <dcterms:created xsi:type="dcterms:W3CDTF">2025-07-23T00:59:00Z</dcterms:created>
  <dcterms:modified xsi:type="dcterms:W3CDTF">2026-09-01T09:45:35Z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44D8767D38EA47FCBA70B7845CDA0932_12</vt:lpwstr>
  </property>
  <property fmtid="{D5CDD505-2E9C-101B-9397-08002B2CF9AE}" pid="3" name="KSOProductBuildVer">
    <vt:lpwstr>2057-12.2.0.23202</vt:lpwstr>
  </property>
</Properties>
</file>