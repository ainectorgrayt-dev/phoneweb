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en-US" altLang="en-GB" b="1"/>
              <a:t>TRANSMISSION CONTROL PROTOCOL/INTERNET PROTOCOL</a:t>
            </a:r>
            <a:endParaRPr lang="en-US" altLang="en-GB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GB" sz="7200" b="1"/>
              <a:t>TCP/IP</a:t>
            </a:r>
            <a:endParaRPr lang="en-US" altLang="en-GB" sz="72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sz="4800" b="1"/>
              <a:t>TCP/IP</a:t>
            </a:r>
            <a:endParaRPr lang="en-US" altLang="en-GB" sz="48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Consists  of  4 major  layers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Network layer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Internent layer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Transport layer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Application layer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NETWORK LAYER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/>
              <a:t>Responsible</a:t>
            </a:r>
            <a:r>
              <a:rPr lang="en-US" altLang="en-GB"/>
              <a:t> for transmiting data over the physical network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Hardles hardware addressing and error detection.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Combines the functions of the phyiscal and data link layer of the OSI model.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/>
              <a:t>PROTOCOLS;</a:t>
            </a:r>
            <a:r>
              <a:rPr lang="en-US" altLang="en-GB" b="1"/>
              <a:t>Ethernet:</a:t>
            </a:r>
            <a:r>
              <a:rPr lang="en-US" altLang="en-GB"/>
              <a:t> connects devices via physical media.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/>
              <a:t>                      </a:t>
            </a:r>
            <a:r>
              <a:rPr lang="en-US" altLang="en-GB" b="1"/>
              <a:t>WiFi: </a:t>
            </a:r>
            <a:r>
              <a:rPr lang="en-US" altLang="en-GB">
                <a:sym typeface="+mn-ea"/>
              </a:rPr>
              <a:t>connects devices via wireless media.</a:t>
            </a:r>
            <a:endParaRPr lang="en-US" altLang="en-GB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INTERNET LAYER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/>
              <a:t>Responsible</a:t>
            </a:r>
            <a:r>
              <a:rPr lang="en-US" altLang="en-GB"/>
              <a:t> for logical adressing and routing of pockets between networks.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Determines the best path for data transmission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 b="1"/>
              <a:t>Protocals</a:t>
            </a:r>
            <a:r>
              <a:rPr lang="en-US" altLang="en-GB"/>
              <a:t>:IP(IPV4/IPV6) Aids in locating the devices via internet. 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TRANSPORT LAYER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Provides end to end communications  between devices.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Ensures reliable and fast data delivery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Performs segmentation flow controls and error recovery 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Protocols; TCP </a:t>
            </a:r>
            <a:r>
              <a:rPr lang="en-US" altLang="en-GB"/>
              <a:t>ensures reliable conection oriented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          </a:t>
            </a:r>
            <a:r>
              <a:rPr lang="en-US" altLang="en-GB" b="1"/>
              <a:t> UDP </a:t>
            </a:r>
            <a:r>
              <a:rPr lang="en-US" altLang="en-GB"/>
              <a:t>ensures faster connections.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APPLICATION LAYER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Provides network services directely to user applications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Allows users to access network resources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Protocols :HTTP, HTTPs DNS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SIMILA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1070</Words>
  <Application>WPS Presentation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THINKPAD</dc:creator>
  <cp:lastModifiedBy>THINKPAD</cp:lastModifiedBy>
  <cp:revision>3</cp:revision>
  <dcterms:created xsi:type="dcterms:W3CDTF">2025-07-23T00:59:00Z</dcterms:created>
  <dcterms:modified xsi:type="dcterms:W3CDTF">2026-09-01T08:34:41Z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49C529FBCBA242CBACE23EDFEA83EFA3_11</vt:lpwstr>
  </property>
  <property fmtid="{D5CDD505-2E9C-101B-9397-08002B2CF9AE}" pid="3" name="KSOProductBuildVer">
    <vt:lpwstr>2057-12.2.0.23202</vt:lpwstr>
  </property>
</Properties>
</file>