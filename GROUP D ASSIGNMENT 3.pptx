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91" autoAdjust="0"/>
  </p:normalViewPr>
  <p:slideViewPr>
    <p:cSldViewPr snapToGrid="0">
      <p:cViewPr varScale="1">
        <p:scale>
          <a:sx n="69" d="100"/>
          <a:sy n="69" d="100"/>
        </p:scale>
        <p:origin x="120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ros Peto" userId="cea9bfae2625344a" providerId="LiveId" clId="{111AFD7B-F2FC-49C4-99FE-1A17FB888FB3}"/>
    <pc:docChg chg="undo redo custSel addSld delSld modSld">
      <pc:chgData name="Micros Peto" userId="cea9bfae2625344a" providerId="LiveId" clId="{111AFD7B-F2FC-49C4-99FE-1A17FB888FB3}" dt="2026-09-12T09:47:10.766" v="3767" actId="14100"/>
      <pc:docMkLst>
        <pc:docMk/>
      </pc:docMkLst>
      <pc:sldChg chg="addSp delSp modSp new mod">
        <pc:chgData name="Micros Peto" userId="cea9bfae2625344a" providerId="LiveId" clId="{111AFD7B-F2FC-49C4-99FE-1A17FB888FB3}" dt="2026-09-12T09:47:10.766" v="3767" actId="14100"/>
        <pc:sldMkLst>
          <pc:docMk/>
          <pc:sldMk cId="2225020319" sldId="256"/>
        </pc:sldMkLst>
        <pc:spChg chg="mod">
          <ac:chgData name="Micros Peto" userId="cea9bfae2625344a" providerId="LiveId" clId="{111AFD7B-F2FC-49C4-99FE-1A17FB888FB3}" dt="2026-09-12T07:40:24.134" v="420" actId="1076"/>
          <ac:spMkLst>
            <pc:docMk/>
            <pc:sldMk cId="2225020319" sldId="256"/>
            <ac:spMk id="2" creationId="{BBD1C3C9-D7D2-8246-D31A-1E2E1E1AB45E}"/>
          </ac:spMkLst>
        </pc:spChg>
        <pc:spChg chg="mod">
          <ac:chgData name="Micros Peto" userId="cea9bfae2625344a" providerId="LiveId" clId="{111AFD7B-F2FC-49C4-99FE-1A17FB888FB3}" dt="2026-09-12T09:47:01.817" v="3765" actId="14100"/>
          <ac:spMkLst>
            <pc:docMk/>
            <pc:sldMk cId="2225020319" sldId="256"/>
            <ac:spMk id="3" creationId="{B2EB0E83-83A2-E25F-E7A7-7D234918C2F2}"/>
          </ac:spMkLst>
        </pc:spChg>
        <pc:graphicFrameChg chg="add del mod modGraphic">
          <ac:chgData name="Micros Peto" userId="cea9bfae2625344a" providerId="LiveId" clId="{111AFD7B-F2FC-49C4-99FE-1A17FB888FB3}" dt="2026-09-12T07:30:01.984" v="152" actId="478"/>
          <ac:graphicFrameMkLst>
            <pc:docMk/>
            <pc:sldMk cId="2225020319" sldId="256"/>
            <ac:graphicFrameMk id="4" creationId="{5796D3A3-B841-7A28-6430-EFB0C24675FB}"/>
          </ac:graphicFrameMkLst>
        </pc:graphicFrameChg>
        <pc:graphicFrameChg chg="add mod modGraphic">
          <ac:chgData name="Micros Peto" userId="cea9bfae2625344a" providerId="LiveId" clId="{111AFD7B-F2FC-49C4-99FE-1A17FB888FB3}" dt="2026-09-12T09:47:10.766" v="3767" actId="14100"/>
          <ac:graphicFrameMkLst>
            <pc:docMk/>
            <pc:sldMk cId="2225020319" sldId="256"/>
            <ac:graphicFrameMk id="5" creationId="{DAF3E921-5C2D-95D2-39E7-2B38D3AC2E1B}"/>
          </ac:graphicFrameMkLst>
        </pc:graphicFrameChg>
      </pc:sldChg>
      <pc:sldChg chg="modSp new mod">
        <pc:chgData name="Micros Peto" userId="cea9bfae2625344a" providerId="LiveId" clId="{111AFD7B-F2FC-49C4-99FE-1A17FB888FB3}" dt="2026-09-12T08:24:20.579" v="1506" actId="255"/>
        <pc:sldMkLst>
          <pc:docMk/>
          <pc:sldMk cId="1910558300" sldId="257"/>
        </pc:sldMkLst>
        <pc:spChg chg="mod">
          <ac:chgData name="Micros Peto" userId="cea9bfae2625344a" providerId="LiveId" clId="{111AFD7B-F2FC-49C4-99FE-1A17FB888FB3}" dt="2026-09-12T08:24:20.579" v="1506" actId="255"/>
          <ac:spMkLst>
            <pc:docMk/>
            <pc:sldMk cId="1910558300" sldId="257"/>
            <ac:spMk id="2" creationId="{0865B6F8-DB00-CD2E-B066-6D48E88195A3}"/>
          </ac:spMkLst>
        </pc:spChg>
      </pc:sldChg>
      <pc:sldChg chg="modSp new mod">
        <pc:chgData name="Micros Peto" userId="cea9bfae2625344a" providerId="LiveId" clId="{111AFD7B-F2FC-49C4-99FE-1A17FB888FB3}" dt="2026-09-12T09:46:32.606" v="3764" actId="255"/>
        <pc:sldMkLst>
          <pc:docMk/>
          <pc:sldMk cId="1621914929" sldId="258"/>
        </pc:sldMkLst>
        <pc:spChg chg="mod">
          <ac:chgData name="Micros Peto" userId="cea9bfae2625344a" providerId="LiveId" clId="{111AFD7B-F2FC-49C4-99FE-1A17FB888FB3}" dt="2026-09-12T08:24:41.679" v="1507" actId="255"/>
          <ac:spMkLst>
            <pc:docMk/>
            <pc:sldMk cId="1621914929" sldId="258"/>
            <ac:spMk id="2" creationId="{45FB1CCB-7175-5673-5B26-9F8F37EC98C3}"/>
          </ac:spMkLst>
        </pc:spChg>
        <pc:spChg chg="mod">
          <ac:chgData name="Micros Peto" userId="cea9bfae2625344a" providerId="LiveId" clId="{111AFD7B-F2FC-49C4-99FE-1A17FB888FB3}" dt="2026-09-12T09:46:32.606" v="3764" actId="255"/>
          <ac:spMkLst>
            <pc:docMk/>
            <pc:sldMk cId="1621914929" sldId="258"/>
            <ac:spMk id="3" creationId="{DB0D4E74-3A36-3C9B-C39E-2FA3650B366C}"/>
          </ac:spMkLst>
        </pc:spChg>
      </pc:sldChg>
      <pc:sldChg chg="modSp new mod">
        <pc:chgData name="Micros Peto" userId="cea9bfae2625344a" providerId="LiveId" clId="{111AFD7B-F2FC-49C4-99FE-1A17FB888FB3}" dt="2026-09-12T08:32:19.520" v="1807" actId="20577"/>
        <pc:sldMkLst>
          <pc:docMk/>
          <pc:sldMk cId="1767383263" sldId="259"/>
        </pc:sldMkLst>
        <pc:spChg chg="mod">
          <ac:chgData name="Micros Peto" userId="cea9bfae2625344a" providerId="LiveId" clId="{111AFD7B-F2FC-49C4-99FE-1A17FB888FB3}" dt="2026-09-12T08:32:19.520" v="1807" actId="20577"/>
          <ac:spMkLst>
            <pc:docMk/>
            <pc:sldMk cId="1767383263" sldId="259"/>
            <ac:spMk id="2" creationId="{838C5443-75AB-690D-D0C3-57AAF04593F8}"/>
          </ac:spMkLst>
        </pc:spChg>
      </pc:sldChg>
      <pc:sldChg chg="addSp delSp modSp new del mod">
        <pc:chgData name="Micros Peto" userId="cea9bfae2625344a" providerId="LiveId" clId="{111AFD7B-F2FC-49C4-99FE-1A17FB888FB3}" dt="2026-09-12T08:22:06.753" v="1497" actId="2696"/>
        <pc:sldMkLst>
          <pc:docMk/>
          <pc:sldMk cId="4158597365" sldId="259"/>
        </pc:sldMkLst>
        <pc:spChg chg="del mod">
          <ac:chgData name="Micros Peto" userId="cea9bfae2625344a" providerId="LiveId" clId="{111AFD7B-F2FC-49C4-99FE-1A17FB888FB3}" dt="2026-09-12T08:21:03.414" v="1488" actId="478"/>
          <ac:spMkLst>
            <pc:docMk/>
            <pc:sldMk cId="4158597365" sldId="259"/>
            <ac:spMk id="2" creationId="{D3F11755-E077-94EB-9A88-E10165A85A4A}"/>
          </ac:spMkLst>
        </pc:spChg>
        <pc:spChg chg="del">
          <ac:chgData name="Micros Peto" userId="cea9bfae2625344a" providerId="LiveId" clId="{111AFD7B-F2FC-49C4-99FE-1A17FB888FB3}" dt="2026-09-12T08:17:24.828" v="1484" actId="478"/>
          <ac:spMkLst>
            <pc:docMk/>
            <pc:sldMk cId="4158597365" sldId="259"/>
            <ac:spMk id="3" creationId="{999D3BCD-3459-EF60-A0BE-9E63BB4A62FF}"/>
          </ac:spMkLst>
        </pc:spChg>
        <pc:spChg chg="add del mod">
          <ac:chgData name="Micros Peto" userId="cea9bfae2625344a" providerId="LiveId" clId="{111AFD7B-F2FC-49C4-99FE-1A17FB888FB3}" dt="2026-09-12T08:17:46.790" v="1485" actId="478"/>
          <ac:spMkLst>
            <pc:docMk/>
            <pc:sldMk cId="4158597365" sldId="259"/>
            <ac:spMk id="35" creationId="{88115EEF-7126-15C6-E102-F46C277399E0}"/>
          </ac:spMkLst>
        </pc:spChg>
        <pc:spChg chg="add del mod">
          <ac:chgData name="Micros Peto" userId="cea9bfae2625344a" providerId="LiveId" clId="{111AFD7B-F2FC-49C4-99FE-1A17FB888FB3}" dt="2026-09-12T08:21:03.414" v="1488" actId="478"/>
          <ac:spMkLst>
            <pc:docMk/>
            <pc:sldMk cId="4158597365" sldId="259"/>
            <ac:spMk id="45" creationId="{40E873FE-00CE-9084-AF5E-D996202B8EDC}"/>
          </ac:spMkLst>
        </pc:spChg>
        <pc:spChg chg="add del mod">
          <ac:chgData name="Micros Peto" userId="cea9bfae2625344a" providerId="LiveId" clId="{111AFD7B-F2FC-49C4-99FE-1A17FB888FB3}" dt="2026-09-12T08:21:03.414" v="1488" actId="478"/>
          <ac:spMkLst>
            <pc:docMk/>
            <pc:sldMk cId="4158597365" sldId="259"/>
            <ac:spMk id="46" creationId="{3772CC18-BD95-C3BC-3F07-1F2BD0123B3E}"/>
          </ac:spMkLst>
        </pc:spChg>
        <pc:spChg chg="add del mod">
          <ac:chgData name="Micros Peto" userId="cea9bfae2625344a" providerId="LiveId" clId="{111AFD7B-F2FC-49C4-99FE-1A17FB888FB3}" dt="2026-09-12T08:21:03.414" v="1488" actId="478"/>
          <ac:spMkLst>
            <pc:docMk/>
            <pc:sldMk cId="4158597365" sldId="259"/>
            <ac:spMk id="47" creationId="{E58F5A16-1045-DBB3-B553-A2CAC03185DD}"/>
          </ac:spMkLst>
        </pc:spChg>
        <pc:spChg chg="add del mod">
          <ac:chgData name="Micros Peto" userId="cea9bfae2625344a" providerId="LiveId" clId="{111AFD7B-F2FC-49C4-99FE-1A17FB888FB3}" dt="2026-09-12T08:15:49.850" v="1475" actId="478"/>
          <ac:spMkLst>
            <pc:docMk/>
            <pc:sldMk cId="4158597365" sldId="259"/>
            <ac:spMk id="48" creationId="{D3A1840B-77F8-7B63-5089-D6627E72751D}"/>
          </ac:spMkLst>
        </pc:spChg>
        <pc:spChg chg="add del mod">
          <ac:chgData name="Micros Peto" userId="cea9bfae2625344a" providerId="LiveId" clId="{111AFD7B-F2FC-49C4-99FE-1A17FB888FB3}" dt="2026-09-12T08:15:49.850" v="1475" actId="478"/>
          <ac:spMkLst>
            <pc:docMk/>
            <pc:sldMk cId="4158597365" sldId="259"/>
            <ac:spMk id="49" creationId="{9C57D714-1164-F91C-463D-F15C2E6D815D}"/>
          </ac:spMkLst>
        </pc:spChg>
        <pc:spChg chg="add del mod">
          <ac:chgData name="Micros Peto" userId="cea9bfae2625344a" providerId="LiveId" clId="{111AFD7B-F2FC-49C4-99FE-1A17FB888FB3}" dt="2026-09-12T08:15:49.850" v="1475" actId="478"/>
          <ac:spMkLst>
            <pc:docMk/>
            <pc:sldMk cId="4158597365" sldId="259"/>
            <ac:spMk id="71" creationId="{9F956B42-4DAA-8C7A-2356-80D51D8CED68}"/>
          </ac:spMkLst>
        </pc:spChg>
        <pc:spChg chg="add del mod">
          <ac:chgData name="Micros Peto" userId="cea9bfae2625344a" providerId="LiveId" clId="{111AFD7B-F2FC-49C4-99FE-1A17FB888FB3}" dt="2026-09-12T08:15:49.850" v="1475" actId="478"/>
          <ac:spMkLst>
            <pc:docMk/>
            <pc:sldMk cId="4158597365" sldId="259"/>
            <ac:spMk id="72" creationId="{0CC7692A-EFDA-D88E-635B-16ACD7F14DE0}"/>
          </ac:spMkLst>
        </pc:spChg>
        <pc:spChg chg="add del mod">
          <ac:chgData name="Micros Peto" userId="cea9bfae2625344a" providerId="LiveId" clId="{111AFD7B-F2FC-49C4-99FE-1A17FB888FB3}" dt="2026-09-12T08:15:49.850" v="1475" actId="478"/>
          <ac:spMkLst>
            <pc:docMk/>
            <pc:sldMk cId="4158597365" sldId="259"/>
            <ac:spMk id="73" creationId="{B0A5E42A-FA3D-C465-4657-83E78AF805ED}"/>
          </ac:spMkLst>
        </pc:spChg>
        <pc:spChg chg="add del mod">
          <ac:chgData name="Micros Peto" userId="cea9bfae2625344a" providerId="LiveId" clId="{111AFD7B-F2FC-49C4-99FE-1A17FB888FB3}" dt="2026-09-12T08:15:49.850" v="1475" actId="478"/>
          <ac:spMkLst>
            <pc:docMk/>
            <pc:sldMk cId="4158597365" sldId="259"/>
            <ac:spMk id="74" creationId="{55E5D8F5-81AA-B2B7-B3AC-C1672A9F7FD9}"/>
          </ac:spMkLst>
        </pc:spChg>
        <pc:spChg chg="add del mod">
          <ac:chgData name="Micros Peto" userId="cea9bfae2625344a" providerId="LiveId" clId="{111AFD7B-F2FC-49C4-99FE-1A17FB888FB3}" dt="2026-09-12T08:21:11.026" v="1491"/>
          <ac:spMkLst>
            <pc:docMk/>
            <pc:sldMk cId="4158597365" sldId="259"/>
            <ac:spMk id="75" creationId="{05B9DB3D-AEB7-A5C1-96B3-1F2D5CF3FF54}"/>
          </ac:spMkLst>
        </pc:spChg>
        <pc:spChg chg="add del mod">
          <ac:chgData name="Micros Peto" userId="cea9bfae2625344a" providerId="LiveId" clId="{111AFD7B-F2FC-49C4-99FE-1A17FB888FB3}" dt="2026-09-12T08:21:39.009" v="1496"/>
          <ac:spMkLst>
            <pc:docMk/>
            <pc:sldMk cId="4158597365" sldId="259"/>
            <ac:spMk id="76" creationId="{77969438-ED32-2D38-11A8-F1977D494CE4}"/>
          </ac:spMkLst>
        </pc:spChg>
        <pc:grpChg chg="del mod">
          <ac:chgData name="Micros Peto" userId="cea9bfae2625344a" providerId="LiveId" clId="{111AFD7B-F2FC-49C4-99FE-1A17FB888FB3}" dt="2026-09-12T08:21:03.414" v="1488" actId="478"/>
          <ac:grpSpMkLst>
            <pc:docMk/>
            <pc:sldMk cId="4158597365" sldId="259"/>
            <ac:grpSpMk id="8" creationId="{32F2F857-6EB3-19CD-0FB3-1929E1F1D6AD}"/>
          </ac:grpSpMkLst>
        </pc:grpChg>
        <pc:grpChg chg="add del mod">
          <ac:chgData name="Micros Peto" userId="cea9bfae2625344a" providerId="LiveId" clId="{111AFD7B-F2FC-49C4-99FE-1A17FB888FB3}" dt="2026-09-12T08:09:03.664" v="1402"/>
          <ac:grpSpMkLst>
            <pc:docMk/>
            <pc:sldMk cId="4158597365" sldId="259"/>
            <ac:grpSpMk id="11" creationId="{10A9D8E9-6F3B-E65B-64F1-F46010D4D383}"/>
          </ac:grpSpMkLst>
        </pc:grpChg>
        <pc:grpChg chg="mod">
          <ac:chgData name="Micros Peto" userId="cea9bfae2625344a" providerId="LiveId" clId="{111AFD7B-F2FC-49C4-99FE-1A17FB888FB3}" dt="2026-09-12T08:09:03.461" v="1400"/>
          <ac:grpSpMkLst>
            <pc:docMk/>
            <pc:sldMk cId="4158597365" sldId="259"/>
            <ac:grpSpMk id="13" creationId="{565E6C3A-FC51-D212-0BB5-A6A309A34DB1}"/>
          </ac:grpSpMkLst>
        </pc:grpChg>
        <pc:grpChg chg="mod">
          <ac:chgData name="Micros Peto" userId="cea9bfae2625344a" providerId="LiveId" clId="{111AFD7B-F2FC-49C4-99FE-1A17FB888FB3}" dt="2026-09-12T08:09:33.497" v="1418"/>
          <ac:grpSpMkLst>
            <pc:docMk/>
            <pc:sldMk cId="4158597365" sldId="259"/>
            <ac:grpSpMk id="21" creationId="{78842413-1835-DC2D-CBDE-B5DBB81EC258}"/>
          </ac:grpSpMkLst>
        </pc:grpChg>
        <pc:grpChg chg="del mod">
          <ac:chgData name="Micros Peto" userId="cea9bfae2625344a" providerId="LiveId" clId="{111AFD7B-F2FC-49C4-99FE-1A17FB888FB3}" dt="2026-09-12T08:21:03.414" v="1488" actId="478"/>
          <ac:grpSpMkLst>
            <pc:docMk/>
            <pc:sldMk cId="4158597365" sldId="259"/>
            <ac:grpSpMk id="27" creationId="{65D03A7D-4DCD-A9EC-B3D9-86DE6420353B}"/>
          </ac:grpSpMkLst>
        </pc:grpChg>
        <pc:grpChg chg="del mod">
          <ac:chgData name="Micros Peto" userId="cea9bfae2625344a" providerId="LiveId" clId="{111AFD7B-F2FC-49C4-99FE-1A17FB888FB3}" dt="2026-09-12T08:21:03.414" v="1488" actId="478"/>
          <ac:grpSpMkLst>
            <pc:docMk/>
            <pc:sldMk cId="4158597365" sldId="259"/>
            <ac:grpSpMk id="31" creationId="{82C7585C-EB6D-1234-48BB-02B3F6242A62}"/>
          </ac:grpSpMkLst>
        </pc:grpChg>
        <pc:grpChg chg="del mod">
          <ac:chgData name="Micros Peto" userId="cea9bfae2625344a" providerId="LiveId" clId="{111AFD7B-F2FC-49C4-99FE-1A17FB888FB3}" dt="2026-09-12T08:21:03.414" v="1488" actId="478"/>
          <ac:grpSpMkLst>
            <pc:docMk/>
            <pc:sldMk cId="4158597365" sldId="259"/>
            <ac:grpSpMk id="34" creationId="{CCC46844-5B73-97D7-70CC-6C0634900037}"/>
          </ac:grpSpMkLst>
        </pc:grpChg>
        <pc:grpChg chg="add del mod">
          <ac:chgData name="Micros Peto" userId="cea9bfae2625344a" providerId="LiveId" clId="{111AFD7B-F2FC-49C4-99FE-1A17FB888FB3}" dt="2026-09-12T08:15:19.783" v="1464"/>
          <ac:grpSpMkLst>
            <pc:docMk/>
            <pc:sldMk cId="4158597365" sldId="259"/>
            <ac:grpSpMk id="41" creationId="{A3F68289-DE42-4D3C-55E5-4A4BE0ED0B9B}"/>
          </ac:grpSpMkLst>
        </pc:grpChg>
        <pc:grpChg chg="mod">
          <ac:chgData name="Micros Peto" userId="cea9bfae2625344a" providerId="LiveId" clId="{111AFD7B-F2FC-49C4-99FE-1A17FB888FB3}" dt="2026-09-12T08:15:19.781" v="1461"/>
          <ac:grpSpMkLst>
            <pc:docMk/>
            <pc:sldMk cId="4158597365" sldId="259"/>
            <ac:grpSpMk id="44" creationId="{2A9D218E-481A-618B-A76B-88C1A281B08C}"/>
          </ac:grpSpMkLst>
        </pc:grpChg>
        <pc:grpChg chg="add del mod">
          <ac:chgData name="Micros Peto" userId="cea9bfae2625344a" providerId="LiveId" clId="{111AFD7B-F2FC-49C4-99FE-1A17FB888FB3}" dt="2026-09-12T08:15:49.850" v="1475" actId="478"/>
          <ac:grpSpMkLst>
            <pc:docMk/>
            <pc:sldMk cId="4158597365" sldId="259"/>
            <ac:grpSpMk id="51" creationId="{069C8D63-D703-FF66-3234-2B7CE8550145}"/>
          </ac:grpSpMkLst>
        </pc:grpChg>
        <pc:grpChg chg="add del mod">
          <ac:chgData name="Micros Peto" userId="cea9bfae2625344a" providerId="LiveId" clId="{111AFD7B-F2FC-49C4-99FE-1A17FB888FB3}" dt="2026-09-12T08:15:49.850" v="1475" actId="478"/>
          <ac:grpSpMkLst>
            <pc:docMk/>
            <pc:sldMk cId="4158597365" sldId="259"/>
            <ac:grpSpMk id="61" creationId="{DC723548-F7DA-7080-C1FD-5A4CA4AA7FDC}"/>
          </ac:grpSpMkLst>
        </pc:grpChg>
        <pc:grpChg chg="add del mod">
          <ac:chgData name="Micros Peto" userId="cea9bfae2625344a" providerId="LiveId" clId="{111AFD7B-F2FC-49C4-99FE-1A17FB888FB3}" dt="2026-09-12T08:15:49.850" v="1475" actId="478"/>
          <ac:grpSpMkLst>
            <pc:docMk/>
            <pc:sldMk cId="4158597365" sldId="259"/>
            <ac:grpSpMk id="65" creationId="{7F346F7B-97D4-419B-0A3B-E11D016FEC19}"/>
          </ac:grpSpMkLst>
        </pc:grpChg>
        <pc:grpChg chg="add del mod">
          <ac:chgData name="Micros Peto" userId="cea9bfae2625344a" providerId="LiveId" clId="{111AFD7B-F2FC-49C4-99FE-1A17FB888FB3}" dt="2026-09-12T08:15:49.850" v="1475" actId="478"/>
          <ac:grpSpMkLst>
            <pc:docMk/>
            <pc:sldMk cId="4158597365" sldId="259"/>
            <ac:grpSpMk id="68" creationId="{1602A266-3B02-2AB4-D170-2B0A119E6428}"/>
          </ac:grpSpMkLst>
        </pc:grpChg>
        <pc:inkChg chg="add del">
          <ac:chgData name="Micros Peto" userId="cea9bfae2625344a" providerId="LiveId" clId="{111AFD7B-F2FC-49C4-99FE-1A17FB888FB3}" dt="2026-09-12T08:08:34.523" v="1387"/>
          <ac:inkMkLst>
            <pc:docMk/>
            <pc:sldMk cId="4158597365" sldId="259"/>
            <ac:inkMk id="4" creationId="{17346699-75FB-275F-E4B1-D70C2EF39CC0}"/>
          </ac:inkMkLst>
        </pc:inkChg>
        <pc:inkChg chg="add mod">
          <ac:chgData name="Micros Peto" userId="cea9bfae2625344a" providerId="LiveId" clId="{111AFD7B-F2FC-49C4-99FE-1A17FB888FB3}" dt="2026-09-12T08:11:55.795" v="1434" actId="1076"/>
          <ac:inkMkLst>
            <pc:docMk/>
            <pc:sldMk cId="4158597365" sldId="259"/>
            <ac:inkMk id="5" creationId="{40DC7C79-1CEB-8273-97F5-5F8C26B0A5BD}"/>
          </ac:inkMkLst>
        </pc:inkChg>
        <pc:inkChg chg="add mod">
          <ac:chgData name="Micros Peto" userId="cea9bfae2625344a" providerId="LiveId" clId="{111AFD7B-F2FC-49C4-99FE-1A17FB888FB3}" dt="2026-09-12T08:08:40.716" v="1391"/>
          <ac:inkMkLst>
            <pc:docMk/>
            <pc:sldMk cId="4158597365" sldId="259"/>
            <ac:inkMk id="6" creationId="{948E6EA2-88BF-092C-1560-5C57EF266432}"/>
          </ac:inkMkLst>
        </pc:inkChg>
        <pc:inkChg chg="add mod">
          <ac:chgData name="Micros Peto" userId="cea9bfae2625344a" providerId="LiveId" clId="{111AFD7B-F2FC-49C4-99FE-1A17FB888FB3}" dt="2026-09-12T08:08:40.716" v="1391"/>
          <ac:inkMkLst>
            <pc:docMk/>
            <pc:sldMk cId="4158597365" sldId="259"/>
            <ac:inkMk id="7" creationId="{A4D06812-C014-56F0-2202-63206D4CA0A8}"/>
          </ac:inkMkLst>
        </pc:inkChg>
        <pc:inkChg chg="add del mod">
          <ac:chgData name="Micros Peto" userId="cea9bfae2625344a" providerId="LiveId" clId="{111AFD7B-F2FC-49C4-99FE-1A17FB888FB3}" dt="2026-09-12T08:17:00.123" v="1482" actId="478"/>
          <ac:inkMkLst>
            <pc:docMk/>
            <pc:sldMk cId="4158597365" sldId="259"/>
            <ac:inkMk id="9" creationId="{9CD43ADA-89F9-8F9C-0B1E-1BE7C7EE585C}"/>
          </ac:inkMkLst>
        </pc:inkChg>
        <pc:inkChg chg="add del mod">
          <ac:chgData name="Micros Peto" userId="cea9bfae2625344a" providerId="LiveId" clId="{111AFD7B-F2FC-49C4-99FE-1A17FB888FB3}" dt="2026-09-12T08:09:03.664" v="1402"/>
          <ac:inkMkLst>
            <pc:docMk/>
            <pc:sldMk cId="4158597365" sldId="259"/>
            <ac:inkMk id="10" creationId="{7607ED9A-83BC-7452-E71D-D315D2DA9DF6}"/>
          </ac:inkMkLst>
        </pc:inkChg>
        <pc:inkChg chg="add del mod">
          <ac:chgData name="Micros Peto" userId="cea9bfae2625344a" providerId="LiveId" clId="{111AFD7B-F2FC-49C4-99FE-1A17FB888FB3}" dt="2026-09-12T08:09:03.461" v="1400"/>
          <ac:inkMkLst>
            <pc:docMk/>
            <pc:sldMk cId="4158597365" sldId="259"/>
            <ac:inkMk id="12" creationId="{41F9EB4E-7499-57B7-9345-7A87A1F65CD4}"/>
          </ac:inkMkLst>
        </pc:inkChg>
        <pc:inkChg chg="add del">
          <ac:chgData name="Micros Peto" userId="cea9bfae2625344a" providerId="LiveId" clId="{111AFD7B-F2FC-49C4-99FE-1A17FB888FB3}" dt="2026-09-12T08:09:02.656" v="1398" actId="9405"/>
          <ac:inkMkLst>
            <pc:docMk/>
            <pc:sldMk cId="4158597365" sldId="259"/>
            <ac:inkMk id="14" creationId="{A86F181A-CCB6-6813-F7F5-F1E78930EC3A}"/>
          </ac:inkMkLst>
        </pc:inkChg>
        <pc:inkChg chg="add">
          <ac:chgData name="Micros Peto" userId="cea9bfae2625344a" providerId="LiveId" clId="{111AFD7B-F2FC-49C4-99FE-1A17FB888FB3}" dt="2026-09-12T08:09:05.291" v="1403" actId="9405"/>
          <ac:inkMkLst>
            <pc:docMk/>
            <pc:sldMk cId="4158597365" sldId="259"/>
            <ac:inkMk id="15" creationId="{6EB6723E-46E0-4E94-77E9-27351A037022}"/>
          </ac:inkMkLst>
        </pc:inkChg>
        <pc:inkChg chg="add">
          <ac:chgData name="Micros Peto" userId="cea9bfae2625344a" providerId="LiveId" clId="{111AFD7B-F2FC-49C4-99FE-1A17FB888FB3}" dt="2026-09-12T08:09:09.089" v="1404" actId="9405"/>
          <ac:inkMkLst>
            <pc:docMk/>
            <pc:sldMk cId="4158597365" sldId="259"/>
            <ac:inkMk id="16" creationId="{55F161A7-3AA1-D937-22DE-3F93CC53BDF5}"/>
          </ac:inkMkLst>
        </pc:inkChg>
        <pc:inkChg chg="add del">
          <ac:chgData name="Micros Peto" userId="cea9bfae2625344a" providerId="LiveId" clId="{111AFD7B-F2FC-49C4-99FE-1A17FB888FB3}" dt="2026-09-12T08:09:09.960" v="1406"/>
          <ac:inkMkLst>
            <pc:docMk/>
            <pc:sldMk cId="4158597365" sldId="259"/>
            <ac:inkMk id="17" creationId="{E8BBA3A0-C214-04D6-9E6F-B68021876018}"/>
          </ac:inkMkLst>
        </pc:inkChg>
        <pc:inkChg chg="add del mod">
          <ac:chgData name="Micros Peto" userId="cea9bfae2625344a" providerId="LiveId" clId="{111AFD7B-F2FC-49C4-99FE-1A17FB888FB3}" dt="2026-09-12T08:16:55.827" v="1481" actId="478"/>
          <ac:inkMkLst>
            <pc:docMk/>
            <pc:sldMk cId="4158597365" sldId="259"/>
            <ac:inkMk id="18" creationId="{9FD079F5-3B9E-DA2D-C3BC-9FF26647D1C8}"/>
          </ac:inkMkLst>
        </pc:inkChg>
        <pc:inkChg chg="add del mod">
          <ac:chgData name="Micros Peto" userId="cea9bfae2625344a" providerId="LiveId" clId="{111AFD7B-F2FC-49C4-99FE-1A17FB888FB3}" dt="2026-09-12T08:21:03.414" v="1488" actId="478"/>
          <ac:inkMkLst>
            <pc:docMk/>
            <pc:sldMk cId="4158597365" sldId="259"/>
            <ac:inkMk id="19" creationId="{C07BF641-0D71-ACCD-8BA5-67A77F1C0894}"/>
          </ac:inkMkLst>
        </pc:inkChg>
        <pc:inkChg chg="add del mod">
          <ac:chgData name="Micros Peto" userId="cea9bfae2625344a" providerId="LiveId" clId="{111AFD7B-F2FC-49C4-99FE-1A17FB888FB3}" dt="2026-09-12T08:09:33.497" v="1418"/>
          <ac:inkMkLst>
            <pc:docMk/>
            <pc:sldMk cId="4158597365" sldId="259"/>
            <ac:inkMk id="20" creationId="{66E5254A-4EF9-5CE4-CF26-96CFA75CF24D}"/>
          </ac:inkMkLst>
        </pc:inkChg>
        <pc:inkChg chg="add del">
          <ac:chgData name="Micros Peto" userId="cea9bfae2625344a" providerId="LiveId" clId="{111AFD7B-F2FC-49C4-99FE-1A17FB888FB3}" dt="2026-09-12T08:21:03.414" v="1488" actId="478"/>
          <ac:inkMkLst>
            <pc:docMk/>
            <pc:sldMk cId="4158597365" sldId="259"/>
            <ac:inkMk id="22" creationId="{0EC5B059-7006-086E-4D07-5F4A4B090589}"/>
          </ac:inkMkLst>
        </pc:inkChg>
        <pc:inkChg chg="add del">
          <ac:chgData name="Micros Peto" userId="cea9bfae2625344a" providerId="LiveId" clId="{111AFD7B-F2FC-49C4-99FE-1A17FB888FB3}" dt="2026-09-12T08:09:38.276" v="1421"/>
          <ac:inkMkLst>
            <pc:docMk/>
            <pc:sldMk cId="4158597365" sldId="259"/>
            <ac:inkMk id="23" creationId="{BDD11CA8-9C75-F9DC-1071-729B583A501F}"/>
          </ac:inkMkLst>
        </pc:inkChg>
        <pc:inkChg chg="add del mod">
          <ac:chgData name="Micros Peto" userId="cea9bfae2625344a" providerId="LiveId" clId="{111AFD7B-F2FC-49C4-99FE-1A17FB888FB3}" dt="2026-09-12T08:16:43.812" v="1478" actId="478"/>
          <ac:inkMkLst>
            <pc:docMk/>
            <pc:sldMk cId="4158597365" sldId="259"/>
            <ac:inkMk id="24" creationId="{7BD784B4-9C37-7E02-959F-27FA6CFE91F9}"/>
          </ac:inkMkLst>
        </pc:inkChg>
        <pc:inkChg chg="add mod">
          <ac:chgData name="Micros Peto" userId="cea9bfae2625344a" providerId="LiveId" clId="{111AFD7B-F2FC-49C4-99FE-1A17FB888FB3}" dt="2026-09-12T08:09:39.774" v="1424"/>
          <ac:inkMkLst>
            <pc:docMk/>
            <pc:sldMk cId="4158597365" sldId="259"/>
            <ac:inkMk id="25" creationId="{9C5D93FB-9DDB-B8B0-DE89-DB549DE983C0}"/>
          </ac:inkMkLst>
        </pc:inkChg>
        <pc:inkChg chg="add mod">
          <ac:chgData name="Micros Peto" userId="cea9bfae2625344a" providerId="LiveId" clId="{111AFD7B-F2FC-49C4-99FE-1A17FB888FB3}" dt="2026-09-12T08:09:39.774" v="1424"/>
          <ac:inkMkLst>
            <pc:docMk/>
            <pc:sldMk cId="4158597365" sldId="259"/>
            <ac:inkMk id="26" creationId="{7A7239B9-B354-71D8-66FC-6FD1E9736D8A}"/>
          </ac:inkMkLst>
        </pc:inkChg>
        <pc:inkChg chg="add">
          <ac:chgData name="Micros Peto" userId="cea9bfae2625344a" providerId="LiveId" clId="{111AFD7B-F2FC-49C4-99FE-1A17FB888FB3}" dt="2026-09-12T08:09:43.204" v="1425" actId="9405"/>
          <ac:inkMkLst>
            <pc:docMk/>
            <pc:sldMk cId="4158597365" sldId="259"/>
            <ac:inkMk id="28" creationId="{4C0564CF-6FED-B4BF-0736-68DB08B68248}"/>
          </ac:inkMkLst>
        </pc:inkChg>
        <pc:inkChg chg="add mod">
          <ac:chgData name="Micros Peto" userId="cea9bfae2625344a" providerId="LiveId" clId="{111AFD7B-F2FC-49C4-99FE-1A17FB888FB3}" dt="2026-09-12T08:09:44.718" v="1428"/>
          <ac:inkMkLst>
            <pc:docMk/>
            <pc:sldMk cId="4158597365" sldId="259"/>
            <ac:inkMk id="29" creationId="{4559F920-D543-EC28-8EFB-5C77D83FB501}"/>
          </ac:inkMkLst>
        </pc:inkChg>
        <pc:inkChg chg="add mod">
          <ac:chgData name="Micros Peto" userId="cea9bfae2625344a" providerId="LiveId" clId="{111AFD7B-F2FC-49C4-99FE-1A17FB888FB3}" dt="2026-09-12T08:09:44.718" v="1428"/>
          <ac:inkMkLst>
            <pc:docMk/>
            <pc:sldMk cId="4158597365" sldId="259"/>
            <ac:inkMk id="30" creationId="{1D8D8D4A-9517-C313-B512-E44BE9F6D61A}"/>
          </ac:inkMkLst>
        </pc:inkChg>
        <pc:inkChg chg="add mod">
          <ac:chgData name="Micros Peto" userId="cea9bfae2625344a" providerId="LiveId" clId="{111AFD7B-F2FC-49C4-99FE-1A17FB888FB3}" dt="2026-09-12T08:09:47.327" v="1431"/>
          <ac:inkMkLst>
            <pc:docMk/>
            <pc:sldMk cId="4158597365" sldId="259"/>
            <ac:inkMk id="32" creationId="{3F2DF6A5-EB69-C59C-FFEF-B8B88BD4388C}"/>
          </ac:inkMkLst>
        </pc:inkChg>
        <pc:inkChg chg="add mod">
          <ac:chgData name="Micros Peto" userId="cea9bfae2625344a" providerId="LiveId" clId="{111AFD7B-F2FC-49C4-99FE-1A17FB888FB3}" dt="2026-09-12T08:09:47.327" v="1431"/>
          <ac:inkMkLst>
            <pc:docMk/>
            <pc:sldMk cId="4158597365" sldId="259"/>
            <ac:inkMk id="33" creationId="{93C2E365-D3EF-FFBD-4584-ABE91D35775C}"/>
          </ac:inkMkLst>
        </pc:inkChg>
        <pc:inkChg chg="add del">
          <ac:chgData name="Micros Peto" userId="cea9bfae2625344a" providerId="LiveId" clId="{111AFD7B-F2FC-49C4-99FE-1A17FB888FB3}" dt="2026-09-12T08:15:19.787" v="1468" actId="9405"/>
          <ac:inkMkLst>
            <pc:docMk/>
            <pc:sldMk cId="4158597365" sldId="259"/>
            <ac:inkMk id="36" creationId="{5EC0F89B-A5B0-D430-44FF-A9A646E45DC8}"/>
          </ac:inkMkLst>
        </pc:inkChg>
        <pc:inkChg chg="add del">
          <ac:chgData name="Micros Peto" userId="cea9bfae2625344a" providerId="LiveId" clId="{111AFD7B-F2FC-49C4-99FE-1A17FB888FB3}" dt="2026-09-12T08:15:19.785" v="1467" actId="9405"/>
          <ac:inkMkLst>
            <pc:docMk/>
            <pc:sldMk cId="4158597365" sldId="259"/>
            <ac:inkMk id="37" creationId="{63F8BE6A-5685-ABDF-5362-82444BC4A279}"/>
          </ac:inkMkLst>
        </pc:inkChg>
        <pc:inkChg chg="add del">
          <ac:chgData name="Micros Peto" userId="cea9bfae2625344a" providerId="LiveId" clId="{111AFD7B-F2FC-49C4-99FE-1A17FB888FB3}" dt="2026-09-12T08:15:19.785" v="1466" actId="9405"/>
          <ac:inkMkLst>
            <pc:docMk/>
            <pc:sldMk cId="4158597365" sldId="259"/>
            <ac:inkMk id="38" creationId="{73BE2810-4A10-6F1D-7617-30AB4CB34007}"/>
          </ac:inkMkLst>
        </pc:inkChg>
        <pc:inkChg chg="add del mod">
          <ac:chgData name="Micros Peto" userId="cea9bfae2625344a" providerId="LiveId" clId="{111AFD7B-F2FC-49C4-99FE-1A17FB888FB3}" dt="2026-09-12T08:15:19.785" v="1465" actId="9405"/>
          <ac:inkMkLst>
            <pc:docMk/>
            <pc:sldMk cId="4158597365" sldId="259"/>
            <ac:inkMk id="39" creationId="{86D0930F-D5CC-753B-7FDA-726442E044CC}"/>
          </ac:inkMkLst>
        </pc:inkChg>
        <pc:inkChg chg="add del mod">
          <ac:chgData name="Micros Peto" userId="cea9bfae2625344a" providerId="LiveId" clId="{111AFD7B-F2FC-49C4-99FE-1A17FB888FB3}" dt="2026-09-12T08:15:19.783" v="1464"/>
          <ac:inkMkLst>
            <pc:docMk/>
            <pc:sldMk cId="4158597365" sldId="259"/>
            <ac:inkMk id="40" creationId="{2930BF42-3050-523C-A7ED-9FFED5A41CD9}"/>
          </ac:inkMkLst>
        </pc:inkChg>
        <pc:inkChg chg="add del mod">
          <ac:chgData name="Micros Peto" userId="cea9bfae2625344a" providerId="LiveId" clId="{111AFD7B-F2FC-49C4-99FE-1A17FB888FB3}" dt="2026-09-12T08:15:19.781" v="1462" actId="9405"/>
          <ac:inkMkLst>
            <pc:docMk/>
            <pc:sldMk cId="4158597365" sldId="259"/>
            <ac:inkMk id="42" creationId="{BDD7CC8C-D0F9-7BB1-1B63-916FAED78D9A}"/>
          </ac:inkMkLst>
        </pc:inkChg>
        <pc:inkChg chg="add del mod">
          <ac:chgData name="Micros Peto" userId="cea9bfae2625344a" providerId="LiveId" clId="{111AFD7B-F2FC-49C4-99FE-1A17FB888FB3}" dt="2026-09-12T08:15:19.781" v="1461"/>
          <ac:inkMkLst>
            <pc:docMk/>
            <pc:sldMk cId="4158597365" sldId="259"/>
            <ac:inkMk id="43" creationId="{FCB41584-0972-4C10-F55E-56B26DC9EDC2}"/>
          </ac:inkMkLst>
        </pc:inkChg>
      </pc:sldChg>
      <pc:sldChg chg="addSp delSp modSp new mod">
        <pc:chgData name="Micros Peto" userId="cea9bfae2625344a" providerId="LiveId" clId="{111AFD7B-F2FC-49C4-99FE-1A17FB888FB3}" dt="2026-09-12T09:15:15.089" v="2660" actId="115"/>
        <pc:sldMkLst>
          <pc:docMk/>
          <pc:sldMk cId="237203795" sldId="260"/>
        </pc:sldMkLst>
        <pc:spChg chg="mod">
          <ac:chgData name="Micros Peto" userId="cea9bfae2625344a" providerId="LiveId" clId="{111AFD7B-F2FC-49C4-99FE-1A17FB888FB3}" dt="2026-09-12T08:38:06.868" v="1918" actId="20577"/>
          <ac:spMkLst>
            <pc:docMk/>
            <pc:sldMk cId="237203795" sldId="260"/>
            <ac:spMk id="2" creationId="{1F7F2ACC-B514-879C-A6EF-024405EF085D}"/>
          </ac:spMkLst>
        </pc:spChg>
        <pc:spChg chg="mod">
          <ac:chgData name="Micros Peto" userId="cea9bfae2625344a" providerId="LiveId" clId="{111AFD7B-F2FC-49C4-99FE-1A17FB888FB3}" dt="2026-09-12T09:15:15.089" v="2660" actId="115"/>
          <ac:spMkLst>
            <pc:docMk/>
            <pc:sldMk cId="237203795" sldId="260"/>
            <ac:spMk id="3" creationId="{EDA4C394-DE49-49A1-5A72-9AABC4D8A97F}"/>
          </ac:spMkLst>
        </pc:spChg>
        <pc:spChg chg="add del">
          <ac:chgData name="Micros Peto" userId="cea9bfae2625344a" providerId="LiveId" clId="{111AFD7B-F2FC-49C4-99FE-1A17FB888FB3}" dt="2026-09-12T09:02:46.510" v="2209" actId="478"/>
          <ac:spMkLst>
            <pc:docMk/>
            <pc:sldMk cId="237203795" sldId="260"/>
            <ac:spMk id="4" creationId="{8D55553F-491A-F4E1-2C14-2890FE482163}"/>
          </ac:spMkLst>
        </pc:spChg>
        <pc:spChg chg="add del mod">
          <ac:chgData name="Micros Peto" userId="cea9bfae2625344a" providerId="LiveId" clId="{111AFD7B-F2FC-49C4-99FE-1A17FB888FB3}" dt="2026-09-12T09:04:20.970" v="2227" actId="478"/>
          <ac:spMkLst>
            <pc:docMk/>
            <pc:sldMk cId="237203795" sldId="260"/>
            <ac:spMk id="5" creationId="{414B2D40-563E-C398-ADF4-A0F06A0DEEBD}"/>
          </ac:spMkLst>
        </pc:spChg>
      </pc:sldChg>
      <pc:sldChg chg="modSp new mod">
        <pc:chgData name="Micros Peto" userId="cea9bfae2625344a" providerId="LiveId" clId="{111AFD7B-F2FC-49C4-99FE-1A17FB888FB3}" dt="2026-09-12T09:45:39.173" v="3761" actId="20577"/>
        <pc:sldMkLst>
          <pc:docMk/>
          <pc:sldMk cId="3781610104" sldId="261"/>
        </pc:sldMkLst>
        <pc:spChg chg="mod">
          <ac:chgData name="Micros Peto" userId="cea9bfae2625344a" providerId="LiveId" clId="{111AFD7B-F2FC-49C4-99FE-1A17FB888FB3}" dt="2026-09-12T09:20:47.436" v="2905" actId="20577"/>
          <ac:spMkLst>
            <pc:docMk/>
            <pc:sldMk cId="3781610104" sldId="261"/>
            <ac:spMk id="2" creationId="{20F06E49-4CF9-604C-FE84-9D4123D6EF47}"/>
          </ac:spMkLst>
        </pc:spChg>
        <pc:spChg chg="mod">
          <ac:chgData name="Micros Peto" userId="cea9bfae2625344a" providerId="LiveId" clId="{111AFD7B-F2FC-49C4-99FE-1A17FB888FB3}" dt="2026-09-12T09:45:39.173" v="3761" actId="20577"/>
          <ac:spMkLst>
            <pc:docMk/>
            <pc:sldMk cId="3781610104" sldId="261"/>
            <ac:spMk id="3" creationId="{F3E3A16D-C7CE-A774-A926-42D7E10B9065}"/>
          </ac:spMkLst>
        </pc:spChg>
      </pc:sldChg>
      <pc:sldChg chg="addSp delSp modSp new mod">
        <pc:chgData name="Micros Peto" userId="cea9bfae2625344a" providerId="LiveId" clId="{111AFD7B-F2FC-49C4-99FE-1A17FB888FB3}" dt="2026-09-12T09:44:53.165" v="3759" actId="1076"/>
        <pc:sldMkLst>
          <pc:docMk/>
          <pc:sldMk cId="809688210" sldId="262"/>
        </pc:sldMkLst>
        <pc:spChg chg="mod">
          <ac:chgData name="Micros Peto" userId="cea9bfae2625344a" providerId="LiveId" clId="{111AFD7B-F2FC-49C4-99FE-1A17FB888FB3}" dt="2026-09-12T09:44:45.198" v="3758" actId="20577"/>
          <ac:spMkLst>
            <pc:docMk/>
            <pc:sldMk cId="809688210" sldId="262"/>
            <ac:spMk id="2" creationId="{3DE59539-8092-5D2E-22C9-FABFCBB4F521}"/>
          </ac:spMkLst>
        </pc:spChg>
        <pc:spChg chg="add mod">
          <ac:chgData name="Micros Peto" userId="cea9bfae2625344a" providerId="LiveId" clId="{111AFD7B-F2FC-49C4-99FE-1A17FB888FB3}" dt="2026-09-12T09:44:53.165" v="3759" actId="1076"/>
          <ac:spMkLst>
            <pc:docMk/>
            <pc:sldMk cId="809688210" sldId="262"/>
            <ac:spMk id="4" creationId="{94AA6873-F8F6-286D-12E8-09332132FD13}"/>
          </ac:spMkLst>
        </pc:spChg>
        <pc:spChg chg="add del mod">
          <ac:chgData name="Micros Peto" userId="cea9bfae2625344a" providerId="LiveId" clId="{111AFD7B-F2FC-49C4-99FE-1A17FB888FB3}" dt="2026-09-12T09:40:29.569" v="3583"/>
          <ac:spMkLst>
            <pc:docMk/>
            <pc:sldMk cId="809688210" sldId="262"/>
            <ac:spMk id="5" creationId="{D8A9FD16-B2BA-0710-E056-25FCC86BE5C1}"/>
          </ac:spMkLst>
        </pc:spChg>
        <pc:spChg chg="add del mod">
          <ac:chgData name="Micros Peto" userId="cea9bfae2625344a" providerId="LiveId" clId="{111AFD7B-F2FC-49C4-99FE-1A17FB888FB3}" dt="2026-09-12T09:44:35.391" v="3757"/>
          <ac:spMkLst>
            <pc:docMk/>
            <pc:sldMk cId="809688210" sldId="262"/>
            <ac:spMk id="6" creationId="{CAAD3094-1E76-6E2E-1D4E-54BB1B2FCA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64A4F-F107-44B2-9B8E-7A8169EBEE1B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8C6BB-07E2-4374-A1F0-8CAF43F7840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4928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8C6BB-07E2-4374-A1F0-8CAF43F78400}" type="slidenum">
              <a:rPr lang="en-UG" smtClean="0"/>
              <a:t>1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8375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4D75E-71D6-21FE-17EC-5368F0B89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56FE1-6FF1-E72D-13FA-DB660F0DB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A3DFB-02D5-2C83-5701-AEBDB23A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46EBA-2E41-6E63-017B-78A2ABBF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CAB88-FB2C-F10A-7092-E58C3E5C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23018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E64D-B773-A1D7-C5FB-E57F004C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562C-9B59-2D2F-2A36-8D872D816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32792-ED6A-B345-2ED1-56E6DD86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5C4A9-3E47-9608-ACBE-A9CCD7EE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38945-FDF5-B92F-6C87-6A8969DF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8570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577C-9FEF-5B4E-C4BE-F2CC5D67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FBC65-4E71-E891-2818-7AD78BBC7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A52EF-2213-8A42-EC09-E25034D06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208C7-94FC-47A5-7C12-29859145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5B688-1539-21A3-5E3C-9B9D116A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2010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C2E6-7ED1-4442-7BE8-203DE208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59DE6-29E8-87A3-ED64-58ABD6A47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5B00C-9647-829B-6B29-9AB77FD81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588B5-14E3-5320-A84A-47AD7520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FF4CB-B89A-9746-1D50-B83B5539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FA46F-A1A9-91EE-F8E0-CD2CB617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1819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3C3E-34BA-AC7C-934F-BD7EA40CA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6F85A-DC3E-3BD0-406C-DCF0DA468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5DBF2-7A0D-4946-3528-DEA92B55A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5CD4E-0DA1-6D2B-5289-28A0E44F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1133C-2B73-FF66-2BCD-2997DCD3C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8539C9-3FA2-1765-9E79-E8B4048F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070BA-7A1D-13A9-A287-C118BC93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D0720-FC1B-9933-5379-42B810F9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553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A219-D776-0F00-3083-0446FCF2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1EAD1-3861-6B6F-E7C9-B5E5CED6E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3B0C2-886C-9425-850E-F6337045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43B0D-59B9-BA20-81B0-AF83A527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5888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395A5-E28D-FFBC-B5BA-AA1557044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8F011-42E3-1234-8A15-70816FAE2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6AE8-856C-D96C-2748-80C2F1B2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4594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EA9B-FE7D-AAFB-DBFE-92900BCB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3B5A0-FDA6-01FE-B931-FF900827C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1B741-3505-548A-6763-A8DDE47A1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7B104-0FC3-0E6D-175B-EC469D022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A615D-36F7-0695-F7AD-614FA56A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DE18F-F525-2F87-78D3-560D5269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8937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1F28-D5DB-AE79-85EB-FE9456D2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4D3C7-E0C8-8E3A-01C2-FB59CCB32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9D8D8-4C1C-78CC-4307-06F757E16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6558E-51FE-7A55-9E6E-162901EF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3DDF8-F7FB-9D88-C500-AEFA4E23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3511A-4392-67E4-47FC-81474284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7578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18ED-0084-A2F8-CF15-C99BD755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AA1F2-8B92-1152-23B1-EE0DF06DE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1E99-9979-84F3-ED92-28E06682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C9669-7151-0701-CC42-E06C3C84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C047C-AEEF-70C3-4652-0CF384FC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2438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4DE24-D787-530C-A37C-F23AA6B85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EEE50-6C42-BF7C-DCEA-167D90E88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03BD-7D35-BA88-61E7-EFF8E1C1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AA50-0A0E-F783-BB65-F14D439FF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229EE-8B1D-40EB-5209-349CE09A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4020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3927A-E832-212C-31E4-6640B785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609A8-D59B-3F50-4C99-78FC1050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410C0-0C18-8A0F-E2BC-4A9B43E8F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15E50-E403-4629-9908-FD86B9681D40}" type="datetimeFigureOut">
              <a:rPr lang="en-UG" smtClean="0"/>
              <a:t>12/09/2026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F547D-3E0A-F0DE-3E01-D443B5844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BF20C-5175-C40C-C0B6-74CC1EB6F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C5429-646B-47DC-81D6-CE69B96F1D5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301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C3C9-D7D2-8246-D31A-1E2E1E1AB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7815" y="-422067"/>
            <a:ext cx="9507794" cy="2473891"/>
          </a:xfrm>
        </p:spPr>
        <p:txBody>
          <a:bodyPr>
            <a:noAutofit/>
          </a:bodyPr>
          <a:lstStyle/>
          <a:p>
            <a:r>
              <a:rPr lang="en-GB" sz="2400" b="1" dirty="0"/>
              <a:t>MAKERERE UNIVERSITY</a:t>
            </a:r>
            <a:br>
              <a:rPr lang="en-GB" sz="2400" b="1" dirty="0"/>
            </a:br>
            <a:r>
              <a:rPr lang="en-GB" sz="2400" b="1" dirty="0"/>
              <a:t>BACHELORS OF INFORMATION SYSTEMS AND TECHNOLOGY</a:t>
            </a:r>
            <a:br>
              <a:rPr lang="en-GB" sz="2400" b="1" dirty="0"/>
            </a:br>
            <a:r>
              <a:rPr lang="en-GB" sz="2400" b="1" dirty="0"/>
              <a:t>COURSE UNIT: MATHS IST1106</a:t>
            </a:r>
            <a:br>
              <a:rPr lang="en-GB" sz="2400" b="1" dirty="0"/>
            </a:br>
            <a:r>
              <a:rPr lang="en-GB" sz="2400" b="1" dirty="0"/>
              <a:t>LECTURER:MR. BYANSI DAVID</a:t>
            </a:r>
            <a:br>
              <a:rPr lang="en-GB" sz="2400" b="1" dirty="0"/>
            </a:br>
            <a:r>
              <a:rPr lang="en-GB" sz="2400" b="1" dirty="0"/>
              <a:t>GROUP: D</a:t>
            </a:r>
            <a:br>
              <a:rPr lang="en-GB" sz="2400" b="1" dirty="0"/>
            </a:br>
            <a:r>
              <a:rPr lang="en-GB" sz="2400" b="1" dirty="0"/>
              <a:t>ASSIGNMENT:3</a:t>
            </a:r>
            <a:endParaRPr lang="en-UG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B0E83-83A2-E25F-E7A7-7D234918C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47330"/>
            <a:ext cx="9144000" cy="4910670"/>
          </a:xfrm>
        </p:spPr>
        <p:txBody>
          <a:bodyPr/>
          <a:lstStyle/>
          <a:p>
            <a:endParaRPr lang="en-U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F3E921-5C2D-95D2-39E7-2B38D3AC2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147311"/>
              </p:ext>
            </p:extLst>
          </p:nvPr>
        </p:nvGraphicFramePr>
        <p:xfrm>
          <a:off x="1524000" y="1947330"/>
          <a:ext cx="9125415" cy="5025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8232">
                  <a:extLst>
                    <a:ext uri="{9D8B030D-6E8A-4147-A177-3AD203B41FA5}">
                      <a16:colId xmlns:a16="http://schemas.microsoft.com/office/drawing/2014/main" val="2927323919"/>
                    </a:ext>
                  </a:extLst>
                </a:gridCol>
                <a:gridCol w="4867183">
                  <a:extLst>
                    <a:ext uri="{9D8B030D-6E8A-4147-A177-3AD203B41FA5}">
                      <a16:colId xmlns:a16="http://schemas.microsoft.com/office/drawing/2014/main" val="4077191283"/>
                    </a:ext>
                  </a:extLst>
                </a:gridCol>
              </a:tblGrid>
              <a:tr h="606299">
                <a:tc>
                  <a:txBody>
                    <a:bodyPr/>
                    <a:lstStyle/>
                    <a:p>
                      <a:r>
                        <a:rPr lang="en-GB" sz="1600" dirty="0"/>
                        <a:t>NAME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REGISTRATION NUMBER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590655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AINEBYONA VICTOR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26/U/04227/PSA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578713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ACHUDA FREDRICK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26/U/29544/PSA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49152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AKAMPURIRA IAN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26/U/03698/PS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696674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MBABAALI EDRINE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26/U/30208/PS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9205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KAKANDE UMAR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26/U/03831/PS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182488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ODOI VINCENT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26/U/04111/PSA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007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KAWUMI JEREMY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26/U/03862/PS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80288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PETO MICROS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26/U/04146/PSA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084765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GB" sz="1600" dirty="0"/>
                        <a:t>ABOKU GEORGE PHILLIP</a:t>
                      </a:r>
                      <a:endParaRPr lang="en-U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26/U/03678/PSA</a:t>
                      </a:r>
                      <a:endParaRPr lang="en-U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059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02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B6F8-DB00-CD2E-B066-6D48E8819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42822"/>
            <a:ext cx="10515600" cy="1325563"/>
          </a:xfrm>
        </p:spPr>
        <p:txBody>
          <a:bodyPr>
            <a:noAutofit/>
          </a:bodyPr>
          <a:lstStyle/>
          <a:p>
            <a:r>
              <a:rPr lang="en-GB" sz="2800" dirty="0"/>
              <a:t>Qn.1. Consider a function with codomain (a,b,c) and mapping x→a for two different inputs, and one input maps to b, but no input maps to c. Classify the function as one of: onto, not onto, bijective. State briefly why.</a:t>
            </a:r>
            <a:endParaRPr lang="en-UG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4DBD9-383B-06D5-2B50-1F2461D8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910558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1CCB-7175-5673-5B26-9F8F37EC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545"/>
            <a:ext cx="10515600" cy="1325563"/>
          </a:xfrm>
        </p:spPr>
        <p:txBody>
          <a:bodyPr>
            <a:noAutofit/>
          </a:bodyPr>
          <a:lstStyle/>
          <a:p>
            <a:r>
              <a:rPr lang="en-GB" sz="2800" b="1" dirty="0"/>
              <a:t>Qn 2 . Identify the function type from its equation:</a:t>
            </a:r>
            <a:br>
              <a:rPr lang="en-GB" sz="2800" b="1" dirty="0"/>
            </a:br>
            <a:r>
              <a:rPr lang="en-GB" sz="2800" b="1" dirty="0"/>
              <a:t>y = 4x-9.</a:t>
            </a:r>
            <a:br>
              <a:rPr lang="en-GB" sz="2800" b="1" dirty="0"/>
            </a:br>
            <a:r>
              <a:rPr lang="en-GB" sz="2800" b="1" dirty="0"/>
              <a:t>Is it linear? If so, state slope and intercept</a:t>
            </a:r>
            <a:r>
              <a:rPr lang="en-GB" sz="3200" dirty="0"/>
              <a:t>.</a:t>
            </a:r>
            <a:endParaRPr lang="en-U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4E74-3A36-3C9B-C39E-2FA3650B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9733"/>
            <a:ext cx="10515600" cy="4351338"/>
          </a:xfrm>
        </p:spPr>
        <p:txBody>
          <a:bodyPr>
            <a:normAutofit/>
          </a:bodyPr>
          <a:lstStyle/>
          <a:p>
            <a:r>
              <a:rPr lang="en-GB" u="sng" dirty="0"/>
              <a:t>Solution</a:t>
            </a:r>
            <a:r>
              <a:rPr lang="en-GB" dirty="0"/>
              <a:t>.</a:t>
            </a:r>
          </a:p>
          <a:p>
            <a:r>
              <a:rPr lang="en-GB" dirty="0"/>
              <a:t>The equation y = 4x-9 is a linear function because it fits the standard slope –intercept form, y = mx + c. where; m = slope and c = y- intercept.</a:t>
            </a:r>
          </a:p>
          <a:p>
            <a:r>
              <a:rPr lang="en-GB" dirty="0"/>
              <a:t>Slope = 4</a:t>
            </a:r>
          </a:p>
          <a:p>
            <a:r>
              <a:rPr lang="en-GB" dirty="0"/>
              <a:t>Intercept = -9.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62191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5443-75AB-690D-D0C3-57AAF045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800" dirty="0"/>
              <a:t>Qn 3. Identify the function type from its equation:</a:t>
            </a:r>
            <a:br>
              <a:rPr lang="en-GB" sz="2800" dirty="0"/>
            </a:br>
            <a:r>
              <a:rPr lang="en-GB" sz="2800" dirty="0"/>
              <a:t>                                                                                  y = 2/x + 3</a:t>
            </a:r>
            <a:br>
              <a:rPr lang="en-GB" sz="2800" dirty="0"/>
            </a:br>
            <a:r>
              <a:rPr lang="en-GB" sz="2800" dirty="0"/>
              <a:t>state what kind of function it is ( rational/reciprocal) and determine the value(s) of x that are not allowed( domain restriction).</a:t>
            </a:r>
            <a:endParaRPr lang="en-UG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D40C8-61E8-8010-D10E-B9821BEFD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76738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2ACC-B514-879C-A6EF-024405EF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Qn 4. A graph passes through (0,2) and (3,5) and is a straight line. Write the equation of the line.</a:t>
            </a:r>
            <a:endParaRPr lang="en-UG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4C394-DE49-49A1-5A72-9AABC4D8A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902"/>
            <a:ext cx="10515600" cy="5464097"/>
          </a:xfrm>
        </p:spPr>
        <p:txBody>
          <a:bodyPr>
            <a:normAutofit fontScale="92500" lnSpcReduction="20000"/>
          </a:bodyPr>
          <a:lstStyle/>
          <a:p>
            <a:r>
              <a:rPr lang="en-GB" u="sng" dirty="0"/>
              <a:t>Solution</a:t>
            </a:r>
          </a:p>
          <a:p>
            <a:r>
              <a:rPr lang="en-GB" dirty="0"/>
              <a:t>Eqn of the line, y = mx + c but we don’t have the slope and the intercept, we first calculate slope, m and intercept, c from the given coordinates.</a:t>
            </a:r>
          </a:p>
          <a:p>
            <a:r>
              <a:rPr lang="en-GB" dirty="0"/>
              <a:t>M = Y2 – Y1/X2─ X1   </a:t>
            </a:r>
          </a:p>
          <a:p>
            <a:r>
              <a:rPr lang="en-GB" dirty="0"/>
              <a:t>     =5 – 2/3 – 0 </a:t>
            </a:r>
          </a:p>
          <a:p>
            <a:r>
              <a:rPr lang="en-GB" dirty="0"/>
              <a:t>     =3/3 =1</a:t>
            </a:r>
          </a:p>
          <a:p>
            <a:r>
              <a:rPr lang="en-GB" dirty="0"/>
              <a:t>Sub into the linear equation formula to get the intercept</a:t>
            </a:r>
          </a:p>
          <a:p>
            <a:r>
              <a:rPr lang="en-GB" dirty="0"/>
              <a:t>Y = mx + c, we use any of the given coordinates in the question. Using (0,2)</a:t>
            </a:r>
          </a:p>
          <a:p>
            <a:r>
              <a:rPr lang="en-GB" dirty="0"/>
              <a:t>2 = 1*0 + c</a:t>
            </a:r>
          </a:p>
          <a:p>
            <a:r>
              <a:rPr lang="en-GB" dirty="0"/>
              <a:t>C =2, we now substitute the slope, m and intercept, c into our equation to get the equation of the line</a:t>
            </a:r>
          </a:p>
          <a:p>
            <a:r>
              <a:rPr lang="en-GB" dirty="0"/>
              <a:t>Y = 1x + 2</a:t>
            </a:r>
          </a:p>
          <a:p>
            <a:r>
              <a:rPr lang="en-GB" u="sng" dirty="0"/>
              <a:t>Y =x + 2 as our equation of the line.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720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6E49-4CF9-604C-FE84-9D4123D6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800" dirty="0"/>
              <a:t>Qn 5. Determine which equation matches a function whose graph has vertical asymptote at x = 1 and horizontal asymptote  y = 0. choose the correct one:</a:t>
            </a:r>
            <a:br>
              <a:rPr lang="en-GB" sz="2800" dirty="0"/>
            </a:br>
            <a:r>
              <a:rPr lang="en-GB" sz="2800" dirty="0"/>
              <a:t>A) y = 1/x – 1, B) y = 1/x + 1, C) y = x/x - 1</a:t>
            </a:r>
            <a:endParaRPr lang="en-UG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3A16D-C7CE-A774-A926-42D7E10B9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 lnSpcReduction="10000"/>
          </a:bodyPr>
          <a:lstStyle/>
          <a:p>
            <a:r>
              <a:rPr lang="en-GB" sz="1800" u="sng" dirty="0"/>
              <a:t>Solution</a:t>
            </a:r>
          </a:p>
          <a:p>
            <a:r>
              <a:rPr lang="en-GB" sz="1800" dirty="0"/>
              <a:t>Vertical asymptote, we equate the denominator to zero</a:t>
            </a:r>
          </a:p>
          <a:p>
            <a:r>
              <a:rPr lang="en-GB" sz="1800" dirty="0"/>
              <a:t>Horizontal asymptote, we compare powers of both the numerator and denominator and we perform division.</a:t>
            </a:r>
          </a:p>
          <a:p>
            <a:pPr marL="0" indent="0">
              <a:buNone/>
            </a:pPr>
            <a:r>
              <a:rPr lang="en-GB" sz="1800" b="1" dirty="0"/>
              <a:t>A)1/x- 1</a:t>
            </a:r>
          </a:p>
          <a:p>
            <a:pPr marL="0" indent="0">
              <a:buNone/>
            </a:pPr>
            <a:r>
              <a:rPr lang="en-GB" sz="1800" dirty="0"/>
              <a:t>X – 1 =0,x =1 (Va)</a:t>
            </a:r>
          </a:p>
          <a:p>
            <a:pPr marL="0" indent="0">
              <a:buNone/>
            </a:pPr>
            <a:r>
              <a:rPr lang="en-GB" sz="1800" dirty="0"/>
              <a:t>Y = 0/1 = 0, y = 0 (Ha)</a:t>
            </a:r>
          </a:p>
          <a:p>
            <a:pPr marL="0" indent="0">
              <a:buNone/>
            </a:pPr>
            <a:r>
              <a:rPr lang="en-GB" sz="1800" dirty="0"/>
              <a:t> </a:t>
            </a:r>
            <a:r>
              <a:rPr lang="en-GB" sz="1800" b="1" dirty="0"/>
              <a:t>B) y = 1/x + 1</a:t>
            </a:r>
          </a:p>
          <a:p>
            <a:pPr marL="0" indent="0">
              <a:buNone/>
            </a:pPr>
            <a:r>
              <a:rPr lang="en-GB" sz="1800" dirty="0"/>
              <a:t>X + 1 = -1 (Va)</a:t>
            </a:r>
          </a:p>
          <a:p>
            <a:pPr marL="0" indent="0">
              <a:buNone/>
            </a:pPr>
            <a:r>
              <a:rPr lang="en-GB" sz="1800" dirty="0"/>
              <a:t>Y =0/1 =0 (Ha)</a:t>
            </a:r>
          </a:p>
          <a:p>
            <a:pPr marL="0" indent="0">
              <a:buNone/>
            </a:pPr>
            <a:r>
              <a:rPr lang="en-GB" sz="1800" b="1" dirty="0"/>
              <a:t>C) Y = x/x – 1</a:t>
            </a:r>
          </a:p>
          <a:p>
            <a:pPr marL="0" indent="0">
              <a:buNone/>
            </a:pPr>
            <a:r>
              <a:rPr lang="en-GB" sz="1800" dirty="0"/>
              <a:t>X – 1 =0, x = 1 (Va)</a:t>
            </a:r>
          </a:p>
          <a:p>
            <a:pPr marL="0" indent="0">
              <a:buNone/>
            </a:pPr>
            <a:r>
              <a:rPr lang="en-GB" sz="1800" dirty="0"/>
              <a:t>Y = 1/1 = 1, y = 1 (Ha)</a:t>
            </a:r>
          </a:p>
          <a:p>
            <a:pPr marL="0" indent="0">
              <a:buNone/>
            </a:pPr>
            <a:r>
              <a:rPr lang="en-GB" sz="1800" dirty="0"/>
              <a:t>Therefore, from our calculations, (A) is the correct answer because its function has vertical asymptote at x as 1 and horizontal asymptote at y as 0.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UG" sz="1800" dirty="0"/>
          </a:p>
        </p:txBody>
      </p:sp>
    </p:spTree>
    <p:extLst>
      <p:ext uri="{BB962C8B-B14F-4D97-AF65-F5344CB8AC3E}">
        <p14:creationId xmlns:p14="http://schemas.microsoft.com/office/powerpoint/2010/main" val="3781610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9539-8092-5D2E-22C9-FABFCBB4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800" dirty="0"/>
              <a:t>Qn 6. For the piecewise function</a:t>
            </a:r>
            <a:br>
              <a:rPr lang="en-GB" sz="2800" dirty="0"/>
            </a:br>
            <a:r>
              <a:rPr lang="en-GB" sz="2800" dirty="0"/>
              <a:t>                                              f(x) = x + 1,   x ≤ 2</a:t>
            </a:r>
            <a:br>
              <a:rPr lang="en-GB" sz="2800" dirty="0"/>
            </a:br>
            <a:r>
              <a:rPr lang="en-GB" sz="2800" dirty="0"/>
              <a:t>                                                        2x – 3, x &gt; 2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compute f(2) and f(3) and check whether the function is continuous at x = 2.</a:t>
            </a:r>
            <a:endParaRPr lang="en-UG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754DE-09E2-249C-D460-7A9C8F9FD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94AA6873-F8F6-286D-12E8-09332132FD13}"/>
              </a:ext>
            </a:extLst>
          </p:cNvPr>
          <p:cNvSpPr/>
          <p:nvPr/>
        </p:nvSpPr>
        <p:spPr>
          <a:xfrm>
            <a:off x="4799077" y="491467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0968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723</Words>
  <Application>Microsoft Office PowerPoint</Application>
  <PresentationFormat>Widescreen</PresentationFormat>
  <Paragraphs>57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MAKERERE UNIVERSITY BACHELORS OF INFORMATION SYSTEMS AND TECHNOLOGY COURSE UNIT: MATHS IST1106 LECTURER:MR. BYANSI DAVID GROUP: D ASSIGNMENT:3</vt:lpstr>
      <vt:lpstr>Qn.1. Consider a function with codomain (a,b,c) and mapping x→a for two different inputs, and one input maps to b, but no input maps to c. Classify the function as one of: onto, not onto, bijective. State briefly why.</vt:lpstr>
      <vt:lpstr>Qn 2 . Identify the function type from its equation: y = 4x-9. Is it linear? If so, state slope and intercept.</vt:lpstr>
      <vt:lpstr>Qn 3. Identify the function type from its equation:                                                                                   y = 2/x + 3 state what kind of function it is ( rational/reciprocal) and determine the value(s) of x that are not allowed( domain restriction).</vt:lpstr>
      <vt:lpstr>Qn 4. A graph passes through (0,2) and (3,5) and is a straight line. Write the equation of the line.</vt:lpstr>
      <vt:lpstr>Qn 5. Determine which equation matches a function whose graph has vertical asymptote at x = 1 and horizontal asymptote  y = 0. choose the correct one: A) y = 1/x – 1, B) y = 1/x + 1, C) y = x/x - 1</vt:lpstr>
      <vt:lpstr>Qn 6. For the piecewise function                                               f(x) = x + 1,   x ≤ 2                                                         2x – 3, x &gt; 2  compute f(2) and f(3) and check whether the function is continuous at x = 2.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 Peto</dc:creator>
  <cp:lastModifiedBy>Micros Peto</cp:lastModifiedBy>
  <cp:revision>1</cp:revision>
  <dcterms:created xsi:type="dcterms:W3CDTF">2026-09-12T07:22:16Z</dcterms:created>
  <dcterms:modified xsi:type="dcterms:W3CDTF">2026-09-12T09:47:54Z</dcterms:modified>
</cp:coreProperties>
</file>